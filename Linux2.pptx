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CA56A-58AC-4D2B-A719-1FDC8FBD6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52558-3CB7-4EA1-AD27-B63DCEAF5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44F0E-7DA0-4089-828F-A2D2354C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6F1A-7ACE-463F-A018-E8194F4B654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8DA83-AD04-48F7-A4EF-9C61E6A86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60A42-09BC-46BB-B6EB-BF1C6BDF2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AAD3C-7734-4274-BA74-44C321F2C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25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1D30-8EA9-4296-81C5-9A35E5AC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A53EE-3D4B-4117-B60F-EB70D4B7D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7293C-D19F-4F93-AA0B-8E05D070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6F1A-7ACE-463F-A018-E8194F4B654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44C14-3E9C-4B32-83F6-D114397E4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2CA7A-C1D4-444E-BEC7-9194F21C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AAD3C-7734-4274-BA74-44C321F2C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5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9B424-3F3A-4240-B4E6-9FC44FEEA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D8358-7CD1-429D-AEB3-516DAC1A0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FC7D6-A895-424C-9A6D-9057171A9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6F1A-7ACE-463F-A018-E8194F4B654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6881-29D9-4EB5-BED6-C856A286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D74F7-0719-45AC-B7D4-488B2E51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AAD3C-7734-4274-BA74-44C321F2C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0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9620C-275D-4692-BAE4-6F8E49D65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426F5-3789-4A75-8E58-D01D67EA33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0D560-C778-422A-9FE2-1A00BD955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28B06-164A-488E-A0F6-C296E9018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6F1A-7ACE-463F-A018-E8194F4B654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5617D-07C6-412C-B2B4-C15EAB1E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12C79-EA61-4019-A22C-F77A4622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AAD3C-7734-4274-BA74-44C321F2C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12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AC64-E0FF-4EF4-99DC-FDD337D08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91E61-70B7-4C1F-B391-CC62B80F1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66F14-0292-4C45-9634-E8072E566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5B38C-09A3-4AB7-AFA4-6F591DF96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984CA-688F-44DC-88EE-22A990C6B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7033BA-3304-4349-B426-2CBD0786A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6F1A-7ACE-463F-A018-E8194F4B654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AC9BD-2FF7-4131-971A-A30D8F4F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C5EB0E-9880-4997-8139-44958859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AAD3C-7734-4274-BA74-44C321F2C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9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CD21-4F7C-465D-83F3-25C800EA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C2491-6DE8-4C32-9F44-B6B5AB7D5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6F1A-7ACE-463F-A018-E8194F4B654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806A1-FEE5-40CF-BE2D-0A76B58B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27B0E-CDF0-4635-98B5-90C0F4061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AAD3C-7734-4274-BA74-44C321F2C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78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510459-DB6C-443B-AC13-32CA491D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6F1A-7ACE-463F-A018-E8194F4B654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E675A-2EB9-4B1B-8719-21C5ED6B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EAB98-DF86-4F9B-82FD-1DF5AFD2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AAD3C-7734-4274-BA74-44C321F2C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9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4658-4465-4316-80C0-EC9D642E4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C4CD3-5C06-4B17-9945-45A036A7E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34460-D7FC-4958-A33D-AA36D513D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D46C6-A4CD-448F-A9DA-73EE377F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6F1A-7ACE-463F-A018-E8194F4B654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D2A76-D78C-4D80-AABB-AEF7A1D8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B5E7D-570B-4C5B-8CD0-803CA6E1F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AAD3C-7734-4274-BA74-44C321F2C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0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6BB6-AFE2-4272-8377-09123BE39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AFA8C-FD77-4AE4-8D4D-B5B495D79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67E82-02A2-4C80-9119-D39A24A6A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781AF-1DFE-454D-92EF-7773F5AA2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6F1A-7ACE-463F-A018-E8194F4B654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57812-CA4F-4720-97B8-72DA99D38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D9372-A3D0-4A54-A6C1-005D70DAF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AAD3C-7734-4274-BA74-44C321F2C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65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7FBD6-6E3A-4117-A7EA-06A83157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CB512-2154-4FA6-A4BE-CACEBFE92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014DC-196D-46E9-BFFE-FEF5D419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6F1A-7ACE-463F-A018-E8194F4B654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CAB54-E923-4E04-B0E2-2C20BF40E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DDBBB-CDDD-4331-BF35-C757D7A5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AAD3C-7734-4274-BA74-44C321F2C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1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C5D71F-51D2-4C34-9C60-85395D433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698B5-6E7C-4F41-B34D-FB52F94DD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97A90-62C6-4BD4-8D9D-3AF57647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6F1A-7ACE-463F-A018-E8194F4B654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F4B5E-F846-4BDD-AF98-537CDD22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E4D42-EC92-428D-8977-2152C5673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AAD3C-7734-4274-BA74-44C321F2C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08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0719A-8C06-4214-9A3B-9C57889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A826C-9353-4B36-8C78-59CE99EC4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39D82-5CE8-4113-A338-99FBC1C0E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86F1A-7ACE-463F-A018-E8194F4B654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5723B-AF61-4E51-BF8F-529805F2A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97D88-48C8-463F-8D67-963DD3A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AAD3C-7734-4274-BA74-44C321F2C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1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228FCB-8DA1-49CD-9B7A-12F8EACA7C8A}"/>
              </a:ext>
            </a:extLst>
          </p:cNvPr>
          <p:cNvSpPr/>
          <p:nvPr/>
        </p:nvSpPr>
        <p:spPr>
          <a:xfrm>
            <a:off x="1278724" y="985228"/>
            <a:ext cx="6443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0" dirty="0">
                <a:solidFill>
                  <a:srgbClr val="333B48"/>
                </a:solidFill>
                <a:effectLst/>
                <a:latin typeface="Semi Sans"/>
              </a:rPr>
              <a:t>https://github.com/yuvarajHeroVired/-Testing-Linux-and-Server.git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957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Semi Sans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Yuvaraj</dc:creator>
  <cp:lastModifiedBy>Yuvaraj</cp:lastModifiedBy>
  <cp:revision>1</cp:revision>
  <dcterms:created xsi:type="dcterms:W3CDTF">2026-10-18T14:01:34Z</dcterms:created>
  <dcterms:modified xsi:type="dcterms:W3CDTF">2026-10-18T14:02:19Z</dcterms:modified>
</cp:coreProperties>
</file>