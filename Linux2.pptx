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1" d="100"/>
          <a:sy n="71" d="100"/>
        </p:scale>
        <p:origin x="69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CA56A-58AC-4D2B-A719-1FDC8FBD6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152558-3CB7-4EA1-AD27-B63DCEAF58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44F0E-7DA0-4089-828F-A2D2354C9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D8DA83-AD04-48F7-A4EF-9C61E6A86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760A42-09BC-46BB-B6EB-BF1C6BDF2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625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31D30-8EA9-4296-81C5-9A35E5ACF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A53EE-3D4B-4117-B60F-EB70D4B7D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57293C-D19F-4F93-AA0B-8E05D0702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44C14-3E9C-4B32-83F6-D114397E4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2CA7A-C1D4-444E-BEC7-9194F21C4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8586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9B424-3F3A-4240-B4E6-9FC44FEEA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5D8358-7CD1-429D-AEB3-516DAC1A01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CFC7D6-A895-424C-9A6D-9057171A9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C86881-29D9-4EB5-BED6-C856A2863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ED74F7-0719-45AC-B7D4-488B2E51B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4057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9620C-275D-4692-BAE4-6F8E49D65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426F5-3789-4A75-8E58-D01D67EA33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C0D560-C778-422A-9FE2-1A00BD9553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28B06-164A-488E-A0F6-C296E9018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55617D-07C6-412C-B2B4-C15EAB1E7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12C79-EA61-4019-A22C-F77A46223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512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BAC64-E0FF-4EF4-99DC-FDD337D08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B91E61-70B7-4C1F-B391-CC62B80F18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F66F14-0292-4C45-9634-E8072E5663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F5B38C-09A3-4AB7-AFA4-6F591DF96A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E984CA-688F-44DC-88EE-22A990C6B4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7033BA-3304-4349-B426-2CBD0786A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AAC9BD-2FF7-4131-971A-A30D8F4F19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C5EB0E-9880-4997-8139-449588593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792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6CD21-4F7C-465D-83F3-25C800EA0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CC2491-6DE8-4C32-9F44-B6B5AB7D5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E806A1-FEE5-40CF-BE2D-0A76B58B3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327B0E-CDF0-4635-98B5-90C0F4061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778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510459-DB6C-443B-AC13-32CA491D0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6E675A-2EB9-4B1B-8719-21C5ED6B1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BEAB98-DF86-4F9B-82FD-1DF5AFD21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896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E4658-4465-4316-80C0-EC9D642E43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C4CD3-5C06-4B17-9945-45A036A7E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C34460-D7FC-4958-A33D-AA36D513DE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FD46C6-A4CD-448F-A9DA-73EE377F5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ED2A76-D78C-4D80-AABB-AEF7A1D8D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6B5E7D-570B-4C5B-8CD0-803CA6E1F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908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86BB6-AFE2-4272-8377-09123BE39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9AFA8C-FD77-4AE4-8D4D-B5B495D79D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67E82-02A2-4C80-9119-D39A24A6AB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7781AF-1DFE-454D-92EF-7773F5AA2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557812-CA4F-4720-97B8-72DA99D38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D9372-A3D0-4A54-A6C1-005D70DA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65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7FBD6-6E3A-4117-A7EA-06A83157A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DCB512-2154-4FA6-A4BE-CACEBFE922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014DC-196D-46E9-BFFE-FEF5D4196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CAB54-E923-4E04-B0E2-2C20BF40E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DDBBB-CDDD-4331-BF35-C757D7A5C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615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C5D71F-51D2-4C34-9C60-85395D4331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F698B5-6E7C-4F41-B34D-FB52F94DDF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97A90-62C6-4BD4-8D9D-3AF576477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3F4B5E-F846-4BDD-AF98-537CDD229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7E4D42-EC92-428D-8977-2152C5673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208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30719A-8C06-4214-9A3B-9C57889E8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5A826C-9353-4B36-8C78-59CE99EC44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739D82-5CE8-4113-A338-99FBC1C0E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986F1A-7ACE-463F-A018-E8194F4B654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F5723B-AF61-4E51-BF8F-529805F2A4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C97D88-48C8-463F-8D67-963DD3A3A2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1AAD3C-7734-4274-BA74-44C321F2C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71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2228FCB-8DA1-49CD-9B7A-12F8EACA7C8A}"/>
              </a:ext>
            </a:extLst>
          </p:cNvPr>
          <p:cNvSpPr/>
          <p:nvPr/>
        </p:nvSpPr>
        <p:spPr>
          <a:xfrm>
            <a:off x="1278724" y="985228"/>
            <a:ext cx="64436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0" i="0" dirty="0">
                <a:solidFill>
                  <a:srgbClr val="333B48"/>
                </a:solidFill>
                <a:effectLst/>
                <a:latin typeface="Semi Sans"/>
              </a:rPr>
              <a:t>https://github.com/yuvarajHeroVired/-Testing-Linux-and-Server.git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57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7513692-18F1-49A3-8123-3E9FF9D38092}"/>
              </a:ext>
            </a:extLst>
          </p:cNvPr>
          <p:cNvSpPr/>
          <p:nvPr/>
        </p:nvSpPr>
        <p:spPr>
          <a:xfrm>
            <a:off x="192393" y="218624"/>
            <a:ext cx="1020218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Medium Sans"/>
              </a:rPr>
              <a:t> * Create the directory /home/ec2-user/</a:t>
            </a:r>
            <a:r>
              <a:rPr lang="en-US" dirty="0" err="1">
                <a:latin typeface="Medium Sans"/>
              </a:rPr>
              <a:t>webapp</a:t>
            </a:r>
            <a:r>
              <a:rPr lang="en-US" dirty="0">
                <a:latin typeface="Medium Sans"/>
              </a:rPr>
              <a:t>/ with three subdirectories inside it: scripts/, logs/, and config/ using a single </a:t>
            </a:r>
            <a:r>
              <a:rPr lang="en-US" dirty="0" err="1">
                <a:latin typeface="Medium Sans"/>
              </a:rPr>
              <a:t>mkdir</a:t>
            </a:r>
            <a:r>
              <a:rPr lang="en-US" dirty="0">
                <a:latin typeface="Medium Sans"/>
              </a:rPr>
              <a:t> -p command.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FD39C9-C13F-40F5-9296-EC16CF6C0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93" y="864955"/>
            <a:ext cx="7211431" cy="14003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C2260D-23DC-44F0-BD37-002CB16B7A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72" y="2783106"/>
            <a:ext cx="7182852" cy="247684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04A825E-DDF3-4D79-A98B-954B3B3692C8}"/>
              </a:ext>
            </a:extLst>
          </p:cNvPr>
          <p:cNvSpPr/>
          <p:nvPr/>
        </p:nvSpPr>
        <p:spPr>
          <a:xfrm>
            <a:off x="206683" y="2190141"/>
            <a:ext cx="753882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Medium Sans"/>
              </a:rPr>
              <a:t>● Use cat &gt; to create config/</a:t>
            </a:r>
            <a:r>
              <a:rPr lang="en-US" dirty="0" err="1">
                <a:latin typeface="Medium Sans"/>
              </a:rPr>
              <a:t>app.conf</a:t>
            </a:r>
            <a:r>
              <a:rPr lang="en-US" dirty="0">
                <a:latin typeface="Medium Sans"/>
              </a:rPr>
              <a:t> with two lines of content: APP_NAME=WebApp and PORT=8080. Save using </a:t>
            </a:r>
            <a:r>
              <a:rPr lang="en-US" dirty="0" err="1">
                <a:latin typeface="Medium Sans"/>
              </a:rPr>
              <a:t>Ctrl+D</a:t>
            </a:r>
            <a:r>
              <a:rPr lang="en-US" dirty="0">
                <a:latin typeface="Medium Sans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090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BCE1BF-2F73-4E2D-9443-FA1488630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67" y="529946"/>
            <a:ext cx="5325218" cy="18957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3872173-47CA-440E-B8F0-037F3E73EA1E}"/>
              </a:ext>
            </a:extLst>
          </p:cNvPr>
          <p:cNvSpPr/>
          <p:nvPr/>
        </p:nvSpPr>
        <p:spPr>
          <a:xfrm>
            <a:off x="99948" y="160614"/>
            <a:ext cx="1247473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Medium Sans"/>
              </a:rPr>
              <a:t>● Use touch to create an empty file at logs/app.log. Confirm it is 0 bytes using ls -l.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6E2E82-D30D-4139-8059-3D9A8FA1F0E0}"/>
              </a:ext>
            </a:extLst>
          </p:cNvPr>
          <p:cNvSpPr/>
          <p:nvPr/>
        </p:nvSpPr>
        <p:spPr>
          <a:xfrm>
            <a:off x="107576" y="2505670"/>
            <a:ext cx="1052904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Medium Sans"/>
              </a:rPr>
              <a:t>● Set permissions: </a:t>
            </a:r>
            <a:r>
              <a:rPr lang="en-US" dirty="0" err="1">
                <a:latin typeface="Medium Sans"/>
              </a:rPr>
              <a:t>chmod</a:t>
            </a:r>
            <a:r>
              <a:rPr lang="en-US" dirty="0">
                <a:latin typeface="Medium Sans"/>
              </a:rPr>
              <a:t> 755 scripts/ and </a:t>
            </a:r>
            <a:r>
              <a:rPr lang="en-US" dirty="0" err="1">
                <a:latin typeface="Medium Sans"/>
              </a:rPr>
              <a:t>chmod</a:t>
            </a:r>
            <a:r>
              <a:rPr lang="en-US" dirty="0">
                <a:latin typeface="Medium Sans"/>
              </a:rPr>
              <a:t> 644 config/</a:t>
            </a:r>
            <a:r>
              <a:rPr lang="en-US" dirty="0" err="1">
                <a:latin typeface="Medium Sans"/>
              </a:rPr>
              <a:t>app.conf</a:t>
            </a:r>
            <a:r>
              <a:rPr lang="en-US" dirty="0">
                <a:latin typeface="Medium Sans"/>
              </a:rPr>
              <a:t>. Explain in your own words what 755 and 644 mean for owner, group, and others. </a:t>
            </a:r>
          </a:p>
          <a:p>
            <a:r>
              <a:rPr lang="en-US" dirty="0">
                <a:solidFill>
                  <a:srgbClr val="FF0000"/>
                </a:solidFill>
                <a:latin typeface="Medium Sans"/>
              </a:rPr>
              <a:t>755</a:t>
            </a:r>
          </a:p>
          <a:p>
            <a:r>
              <a:rPr lang="en-US" dirty="0">
                <a:solidFill>
                  <a:srgbClr val="FF0000"/>
                </a:solidFill>
                <a:latin typeface="Medium Sans"/>
              </a:rPr>
              <a:t>7 – read(4) write(2) execution(1) permission</a:t>
            </a:r>
          </a:p>
          <a:p>
            <a:r>
              <a:rPr lang="en-US" dirty="0">
                <a:solidFill>
                  <a:srgbClr val="FF0000"/>
                </a:solidFill>
                <a:latin typeface="Medium Sans"/>
              </a:rPr>
              <a:t>5- read(4) execution(1) permission</a:t>
            </a:r>
          </a:p>
          <a:p>
            <a:r>
              <a:rPr lang="en-US" dirty="0">
                <a:solidFill>
                  <a:srgbClr val="FF0000"/>
                </a:solidFill>
                <a:latin typeface="Medium Sans"/>
              </a:rPr>
              <a:t>644</a:t>
            </a:r>
          </a:p>
          <a:p>
            <a:r>
              <a:rPr lang="en-US" dirty="0">
                <a:solidFill>
                  <a:srgbClr val="FF0000"/>
                </a:solidFill>
                <a:latin typeface="Medium Sans"/>
              </a:rPr>
              <a:t>6 – read(4) write(2) permission</a:t>
            </a:r>
          </a:p>
          <a:p>
            <a:r>
              <a:rPr lang="en-US" dirty="0">
                <a:solidFill>
                  <a:srgbClr val="FF0000"/>
                </a:solidFill>
                <a:latin typeface="Medium Sans"/>
              </a:rPr>
              <a:t>4 – read (4) permission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4F28E8-0068-4E0B-9392-192CF22563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76" y="4813994"/>
            <a:ext cx="7783011" cy="981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4542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1909403-449A-41ED-84F8-14900B230206}"/>
              </a:ext>
            </a:extLst>
          </p:cNvPr>
          <p:cNvSpPr/>
          <p:nvPr/>
        </p:nvSpPr>
        <p:spPr>
          <a:xfrm>
            <a:off x="349624" y="289679"/>
            <a:ext cx="6096000" cy="313932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latin typeface="Medium Sans"/>
              </a:rPr>
              <a:t>● Recursively change ownership of the entire </a:t>
            </a:r>
            <a:r>
              <a:rPr lang="en-US" dirty="0" err="1">
                <a:latin typeface="Medium Sans"/>
              </a:rPr>
              <a:t>webapp</a:t>
            </a:r>
            <a:r>
              <a:rPr lang="en-US" dirty="0">
                <a:latin typeface="Medium Sans"/>
              </a:rPr>
              <a:t>/ directory to </a:t>
            </a:r>
            <a:r>
              <a:rPr lang="en-US" dirty="0" err="1">
                <a:latin typeface="Medium Sans"/>
              </a:rPr>
              <a:t>root:root</a:t>
            </a:r>
            <a:r>
              <a:rPr lang="en-US" dirty="0">
                <a:latin typeface="Medium Sans"/>
              </a:rPr>
              <a:t> using </a:t>
            </a:r>
            <a:r>
              <a:rPr lang="en-US" dirty="0" err="1">
                <a:latin typeface="Medium Sans"/>
              </a:rPr>
              <a:t>chown</a:t>
            </a:r>
            <a:r>
              <a:rPr lang="en-US" dirty="0">
                <a:latin typeface="Medium Sans"/>
              </a:rPr>
              <a:t> -R. Then run ls -</a:t>
            </a:r>
            <a:r>
              <a:rPr lang="en-US" dirty="0" err="1">
                <a:latin typeface="Medium Sans"/>
              </a:rPr>
              <a:t>lR</a:t>
            </a:r>
            <a:r>
              <a:rPr lang="en-US" dirty="0">
                <a:latin typeface="Medium Sans"/>
              </a:rPr>
              <a:t> /home/ec2-user/</a:t>
            </a:r>
            <a:r>
              <a:rPr lang="en-US" dirty="0" err="1">
                <a:latin typeface="Medium Sans"/>
              </a:rPr>
              <a:t>webapp</a:t>
            </a:r>
            <a:r>
              <a:rPr lang="en-US" dirty="0">
                <a:latin typeface="Medium Sans"/>
              </a:rPr>
              <a:t>/ and share the output to confirm every file and folder shows root </a:t>
            </a:r>
            <a:r>
              <a:rPr lang="en-US" dirty="0" err="1">
                <a:latin typeface="Medium Sans"/>
              </a:rPr>
              <a:t>root</a:t>
            </a:r>
            <a:r>
              <a:rPr lang="en-US" dirty="0">
                <a:latin typeface="Medium Sans"/>
              </a:rPr>
              <a:t> as owner.</a:t>
            </a:r>
          </a:p>
          <a:p>
            <a:r>
              <a:rPr lang="en-US" dirty="0">
                <a:latin typeface="Medium Sans"/>
              </a:rPr>
              <a:t>Expected final structure:</a:t>
            </a:r>
          </a:p>
          <a:p>
            <a:r>
              <a:rPr lang="en-US" dirty="0" err="1">
                <a:latin typeface="Medium Sans"/>
              </a:rPr>
              <a:t>webapp</a:t>
            </a:r>
            <a:r>
              <a:rPr lang="en-US" dirty="0">
                <a:latin typeface="Medium Sans"/>
              </a:rPr>
              <a:t>/</a:t>
            </a:r>
          </a:p>
          <a:p>
            <a:r>
              <a:rPr lang="en-US" dirty="0">
                <a:latin typeface="Medium Sans"/>
              </a:rPr>
              <a:t>├── scripts/          (</a:t>
            </a:r>
            <a:r>
              <a:rPr lang="en-US" dirty="0" err="1">
                <a:latin typeface="Medium Sans"/>
              </a:rPr>
              <a:t>drwxr</a:t>
            </a:r>
            <a:r>
              <a:rPr lang="en-US" dirty="0">
                <a:latin typeface="Medium Sans"/>
              </a:rPr>
              <a:t>-</a:t>
            </a:r>
            <a:r>
              <a:rPr lang="en-US" dirty="0" err="1">
                <a:latin typeface="Medium Sans"/>
              </a:rPr>
              <a:t>xr</a:t>
            </a:r>
            <a:r>
              <a:rPr lang="en-US" dirty="0">
                <a:latin typeface="Medium Sans"/>
              </a:rPr>
              <a:t>-x  root root)</a:t>
            </a:r>
          </a:p>
          <a:p>
            <a:r>
              <a:rPr lang="en-US" dirty="0">
                <a:latin typeface="Medium Sans"/>
              </a:rPr>
              <a:t>├── logs/             (</a:t>
            </a:r>
            <a:r>
              <a:rPr lang="en-US" dirty="0" err="1">
                <a:latin typeface="Medium Sans"/>
              </a:rPr>
              <a:t>drwxr</a:t>
            </a:r>
            <a:r>
              <a:rPr lang="en-US" dirty="0">
                <a:latin typeface="Medium Sans"/>
              </a:rPr>
              <a:t>-</a:t>
            </a:r>
            <a:r>
              <a:rPr lang="en-US" dirty="0" err="1">
                <a:latin typeface="Medium Sans"/>
              </a:rPr>
              <a:t>xr</a:t>
            </a:r>
            <a:r>
              <a:rPr lang="en-US" dirty="0">
                <a:latin typeface="Medium Sans"/>
              </a:rPr>
              <a:t>-x  root root)</a:t>
            </a:r>
          </a:p>
          <a:p>
            <a:r>
              <a:rPr lang="en-US" dirty="0">
                <a:latin typeface="Medium Sans"/>
              </a:rPr>
              <a:t>└── config/           (</a:t>
            </a:r>
            <a:r>
              <a:rPr lang="en-US" dirty="0" err="1">
                <a:latin typeface="Medium Sans"/>
              </a:rPr>
              <a:t>drwxr</a:t>
            </a:r>
            <a:r>
              <a:rPr lang="en-US" dirty="0">
                <a:latin typeface="Medium Sans"/>
              </a:rPr>
              <a:t>-</a:t>
            </a:r>
            <a:r>
              <a:rPr lang="en-US" dirty="0" err="1">
                <a:latin typeface="Medium Sans"/>
              </a:rPr>
              <a:t>xr</a:t>
            </a:r>
            <a:r>
              <a:rPr lang="en-US" dirty="0">
                <a:latin typeface="Medium Sans"/>
              </a:rPr>
              <a:t>-x  root root)</a:t>
            </a:r>
          </a:p>
          <a:p>
            <a:r>
              <a:rPr lang="en-US" dirty="0">
                <a:latin typeface="Medium Sans"/>
              </a:rPr>
              <a:t>    ├── </a:t>
            </a:r>
            <a:r>
              <a:rPr lang="en-US" dirty="0" err="1">
                <a:latin typeface="Medium Sans"/>
              </a:rPr>
              <a:t>app.conf</a:t>
            </a:r>
            <a:r>
              <a:rPr lang="en-US" dirty="0">
                <a:latin typeface="Medium Sans"/>
              </a:rPr>
              <a:t>          (-</a:t>
            </a:r>
            <a:r>
              <a:rPr lang="en-US" dirty="0" err="1">
                <a:latin typeface="Medium Sans"/>
              </a:rPr>
              <a:t>rw</a:t>
            </a:r>
            <a:r>
              <a:rPr lang="en-US" dirty="0">
                <a:latin typeface="Medium Sans"/>
              </a:rPr>
              <a:t>-r--r--  root root)</a:t>
            </a:r>
          </a:p>
          <a:p>
            <a:r>
              <a:rPr lang="en-US" dirty="0">
                <a:latin typeface="Medium Sans"/>
              </a:rPr>
              <a:t>    └── app.log           (-</a:t>
            </a:r>
            <a:r>
              <a:rPr lang="en-US" dirty="0" err="1">
                <a:latin typeface="Medium Sans"/>
              </a:rPr>
              <a:t>rw</a:t>
            </a:r>
            <a:r>
              <a:rPr lang="en-US" dirty="0">
                <a:latin typeface="Medium Sans"/>
              </a:rPr>
              <a:t>-r--r--  root </a:t>
            </a:r>
            <a:r>
              <a:rPr lang="en-US" dirty="0" err="1">
                <a:latin typeface="Medium Sans"/>
              </a:rPr>
              <a:t>roo</a:t>
            </a:r>
            <a:endParaRPr lang="en-US" b="0" i="0" dirty="0">
              <a:effectLst/>
              <a:latin typeface="Medium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B1ADB05-0A04-4EC9-A81C-E64D3556C0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257" y="3399942"/>
            <a:ext cx="8869013" cy="3458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437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812DDB-48F5-4C67-A113-AC81F9ACC4C8}"/>
              </a:ext>
            </a:extLst>
          </p:cNvPr>
          <p:cNvSpPr/>
          <p:nvPr/>
        </p:nvSpPr>
        <p:spPr>
          <a:xfrm>
            <a:off x="251011" y="197242"/>
            <a:ext cx="11940989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Question 2: Write an Interactive Log Script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Objective: Using the </a:t>
            </a:r>
            <a:r>
              <a:rPr lang="en-US" dirty="0" err="1"/>
              <a:t>webapp</a:t>
            </a:r>
            <a:r>
              <a:rPr lang="en-US" dirty="0"/>
              <a:t>/ structure from Question 1, write a bash script that takes user input, reads a config file, and writes timestamped log entries. The log entries you create here will be the input for Question 3.</a:t>
            </a:r>
          </a:p>
          <a:p>
            <a:r>
              <a:rPr lang="en-US" dirty="0"/>
              <a:t>● Create a new script file at /home/ec2-user/webapp/scripts/log_user.sh using vim. Start with the correct shebang line.</a:t>
            </a:r>
          </a:p>
          <a:p>
            <a:r>
              <a:rPr lang="en-US" dirty="0"/>
              <a:t>● Use read -p to prompt the user to enter their name and store it in a variable called username.</a:t>
            </a:r>
          </a:p>
          <a:p>
            <a:r>
              <a:rPr lang="en-US" dirty="0"/>
              <a:t>● Use cat with the absolute path to display the contents of config/</a:t>
            </a:r>
            <a:r>
              <a:rPr lang="en-US" dirty="0" err="1"/>
              <a:t>app.conf</a:t>
            </a:r>
            <a:r>
              <a:rPr lang="en-US" dirty="0"/>
              <a:t> to the screen.</a:t>
            </a:r>
          </a:p>
          <a:p>
            <a:r>
              <a:rPr lang="en-US" dirty="0"/>
              <a:t>● Append a log entry to logs/app.log using echo &gt;&gt; in this exact format: Login: $username Date: $(date). Then display the full log file contents.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64BC14-37B0-4F68-8935-DC011CB831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11" y="3190195"/>
            <a:ext cx="9987061" cy="2659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801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9B89541-5871-42D1-ACE2-79A814F9F98F}"/>
              </a:ext>
            </a:extLst>
          </p:cNvPr>
          <p:cNvSpPr/>
          <p:nvPr/>
        </p:nvSpPr>
        <p:spPr>
          <a:xfrm>
            <a:off x="412376" y="263168"/>
            <a:ext cx="6096000" cy="286232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● Give the script execute permission with </a:t>
            </a:r>
            <a:r>
              <a:rPr lang="en-US" dirty="0" err="1"/>
              <a:t>chmod</a:t>
            </a:r>
            <a:r>
              <a:rPr lang="en-US" dirty="0"/>
              <a:t> +x and run it at least 3 times using different names (e.g., Chirag, Priya, Ravi) so the log file has multiple entries for Question 3.</a:t>
            </a:r>
          </a:p>
          <a:p>
            <a:r>
              <a:rPr lang="en-US" dirty="0"/>
              <a:t>Sample script structure:</a:t>
            </a:r>
          </a:p>
          <a:p>
            <a:r>
              <a:rPr lang="en-US" dirty="0"/>
              <a:t>#!/bin/bash</a:t>
            </a:r>
          </a:p>
          <a:p>
            <a:r>
              <a:rPr lang="en-US" dirty="0"/>
              <a:t>read -p "Enter your name: " username</a:t>
            </a:r>
          </a:p>
          <a:p>
            <a:r>
              <a:rPr lang="en-US" dirty="0"/>
              <a:t>cat /home/ec2-user/</a:t>
            </a:r>
            <a:r>
              <a:rPr lang="en-US" dirty="0" err="1"/>
              <a:t>webapp</a:t>
            </a:r>
            <a:r>
              <a:rPr lang="en-US" dirty="0"/>
              <a:t>/config/</a:t>
            </a:r>
            <a:r>
              <a:rPr lang="en-US" dirty="0" err="1"/>
              <a:t>app.conf</a:t>
            </a:r>
            <a:endParaRPr lang="en-US" dirty="0"/>
          </a:p>
          <a:p>
            <a:r>
              <a:rPr lang="en-US" dirty="0"/>
              <a:t>echo "Login: $username Date: $(date)" &gt;&gt; /home/ec2-user/</a:t>
            </a:r>
            <a:r>
              <a:rPr lang="en-US" dirty="0" err="1"/>
              <a:t>webapp</a:t>
            </a:r>
            <a:r>
              <a:rPr lang="en-US" dirty="0"/>
              <a:t>/logs/app.log</a:t>
            </a:r>
          </a:p>
          <a:p>
            <a:r>
              <a:rPr lang="en-US" dirty="0"/>
              <a:t>cat /home/ec2-user/</a:t>
            </a:r>
            <a:r>
              <a:rPr lang="en-US" dirty="0" err="1"/>
              <a:t>webapp</a:t>
            </a:r>
            <a:r>
              <a:rPr lang="en-US" dirty="0"/>
              <a:t>/logs/app.log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03936D-9EA5-4F6B-86A6-A69E75FAE3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376" y="3179277"/>
            <a:ext cx="7507942" cy="34373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67D516E-7C4F-4D28-80EC-A0D8135B18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3625" y="866045"/>
            <a:ext cx="6508375" cy="2251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8052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3BDE85-7787-4A00-9465-BC64D06A2B71}"/>
              </a:ext>
            </a:extLst>
          </p:cNvPr>
          <p:cNvSpPr/>
          <p:nvPr/>
        </p:nvSpPr>
        <p:spPr>
          <a:xfrm>
            <a:off x="0" y="355022"/>
            <a:ext cx="11766176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latin typeface="Medium Sans"/>
              </a:rPr>
              <a:t>Question 3: User Management and File Permission Control</a:t>
            </a:r>
          </a:p>
          <a:p>
            <a:r>
              <a:rPr lang="en-US" sz="1400" dirty="0">
                <a:latin typeface="Medium Sans"/>
              </a:rPr>
              <a:t>Objective: Create 4 Linux users. Two of them must have write access to the log_user.sh script created in Question 2, and the other two must have read-only access. Use Linux groups and </a:t>
            </a:r>
            <a:r>
              <a:rPr lang="en-US" sz="1400" dirty="0" err="1">
                <a:latin typeface="Medium Sans"/>
              </a:rPr>
              <a:t>chmod</a:t>
            </a:r>
            <a:r>
              <a:rPr lang="en-US" sz="1400" dirty="0">
                <a:latin typeface="Medium Sans"/>
              </a:rPr>
              <a:t> to control this.</a:t>
            </a:r>
          </a:p>
          <a:p>
            <a:r>
              <a:rPr lang="en-US" sz="1400" dirty="0">
                <a:latin typeface="Medium Sans"/>
              </a:rPr>
              <a:t>● Create a group called writers</a:t>
            </a:r>
          </a:p>
          <a:p>
            <a:r>
              <a:rPr lang="en-US" sz="1400" dirty="0">
                <a:latin typeface="Medium Sans"/>
              </a:rPr>
              <a:t>● Create 4 users with home directories:</a:t>
            </a:r>
          </a:p>
          <a:p>
            <a:r>
              <a:rPr lang="en-US" sz="1400" dirty="0">
                <a:latin typeface="Medium Sans"/>
              </a:rPr>
              <a:t>● Add the two write-access users to the writers group: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82FC86-8281-48BF-9FA6-2CD2EA22AA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94" y="1740017"/>
            <a:ext cx="5630061" cy="112410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A04163F-B5A0-43E4-8C82-03332F50B93B}"/>
              </a:ext>
            </a:extLst>
          </p:cNvPr>
          <p:cNvSpPr/>
          <p:nvPr/>
        </p:nvSpPr>
        <p:spPr>
          <a:xfrm>
            <a:off x="90094" y="2701938"/>
            <a:ext cx="1047749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1400" dirty="0">
              <a:latin typeface="Medium Sans"/>
            </a:endParaRPr>
          </a:p>
          <a:p>
            <a:r>
              <a:rPr lang="en-US" sz="1400" dirty="0">
                <a:latin typeface="Medium Sans"/>
              </a:rPr>
              <a:t>● Change the group ownership of log_user.sh to writers: </a:t>
            </a:r>
            <a:r>
              <a:rPr lang="en-US" sz="1400" dirty="0" err="1">
                <a:latin typeface="Medium Sans"/>
              </a:rPr>
              <a:t>sudo</a:t>
            </a:r>
            <a:r>
              <a:rPr lang="en-US" sz="1400" dirty="0">
                <a:latin typeface="Medium Sans"/>
              </a:rPr>
              <a:t> </a:t>
            </a:r>
            <a:r>
              <a:rPr lang="en-US" sz="1400" dirty="0" err="1">
                <a:latin typeface="Medium Sans"/>
              </a:rPr>
              <a:t>chown</a:t>
            </a:r>
            <a:r>
              <a:rPr lang="en-US" sz="1400" dirty="0">
                <a:latin typeface="Medium Sans"/>
              </a:rPr>
              <a:t> </a:t>
            </a:r>
            <a:r>
              <a:rPr lang="en-US" sz="1400" dirty="0" err="1">
                <a:latin typeface="Medium Sans"/>
              </a:rPr>
              <a:t>root:writers</a:t>
            </a:r>
            <a:r>
              <a:rPr lang="en-US" sz="1400" dirty="0">
                <a:latin typeface="Medium Sans"/>
              </a:rPr>
              <a:t> /home/ec2-user/webapp/scripts/log_user.sh</a:t>
            </a:r>
          </a:p>
          <a:p>
            <a:r>
              <a:rPr lang="en-US" sz="1400" dirty="0">
                <a:latin typeface="Medium Sans"/>
              </a:rPr>
              <a:t>● Set permissions to 664 so writers group gets </a:t>
            </a:r>
            <a:r>
              <a:rPr lang="en-US" sz="1400" dirty="0" err="1">
                <a:latin typeface="Medium Sans"/>
              </a:rPr>
              <a:t>rw</a:t>
            </a:r>
            <a:r>
              <a:rPr lang="en-US" sz="1400" dirty="0">
                <a:latin typeface="Medium Sans"/>
              </a:rPr>
              <a:t> and others get r only: </a:t>
            </a:r>
            <a:r>
              <a:rPr lang="en-US" sz="1400" dirty="0" err="1">
                <a:latin typeface="Medium Sans"/>
              </a:rPr>
              <a:t>sudo</a:t>
            </a:r>
            <a:r>
              <a:rPr lang="en-US" sz="1400" dirty="0">
                <a:latin typeface="Medium Sans"/>
              </a:rPr>
              <a:t> </a:t>
            </a:r>
            <a:r>
              <a:rPr lang="en-US" sz="1400" dirty="0" err="1">
                <a:latin typeface="Medium Sans"/>
              </a:rPr>
              <a:t>chmod</a:t>
            </a:r>
            <a:r>
              <a:rPr lang="en-US" sz="1400" dirty="0">
                <a:latin typeface="Medium Sans"/>
              </a:rPr>
              <a:t> 664 /home/ec2-user/webapp/scripts/log_user.sh</a:t>
            </a:r>
          </a:p>
          <a:p>
            <a:r>
              <a:rPr lang="en-US" sz="1400" dirty="0">
                <a:latin typeface="Medium Sans"/>
              </a:rPr>
              <a:t>● Verify the permission output shows: -</a:t>
            </a:r>
            <a:r>
              <a:rPr lang="en-US" sz="1400" dirty="0" err="1">
                <a:latin typeface="Medium Sans"/>
              </a:rPr>
              <a:t>rw</a:t>
            </a:r>
            <a:r>
              <a:rPr lang="en-US" sz="1400" dirty="0">
                <a:latin typeface="Medium Sans"/>
              </a:rPr>
              <a:t>-</a:t>
            </a:r>
            <a:r>
              <a:rPr lang="en-US" sz="1400" dirty="0" err="1">
                <a:latin typeface="Medium Sans"/>
              </a:rPr>
              <a:t>rw</a:t>
            </a:r>
            <a:r>
              <a:rPr lang="en-US" sz="1400" dirty="0">
                <a:latin typeface="Medium Sans"/>
              </a:rPr>
              <a:t>-r--  root  writers  log_user.sh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D7A1E3-F0FC-4564-BBAF-67C9C94319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909" y="3826045"/>
            <a:ext cx="8526065" cy="1066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605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921BFD3-5330-4A56-8219-AD1349B89065}"/>
              </a:ext>
            </a:extLst>
          </p:cNvPr>
          <p:cNvSpPr/>
          <p:nvPr/>
        </p:nvSpPr>
        <p:spPr>
          <a:xfrm>
            <a:off x="101600" y="163624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latin typeface="Medium Sans"/>
              </a:rPr>
              <a:t>● Switch to each user and test access to confirm it is working correctly:</a:t>
            </a:r>
          </a:p>
          <a:p>
            <a:r>
              <a:rPr lang="en-US" dirty="0">
                <a:latin typeface="Medium Sans"/>
              </a:rPr>
              <a:t>Permission Layout (</a:t>
            </a:r>
            <a:r>
              <a:rPr lang="en-US" dirty="0" err="1">
                <a:latin typeface="Medium Sans"/>
              </a:rPr>
              <a:t>chmod</a:t>
            </a:r>
            <a:r>
              <a:rPr lang="en-US" dirty="0">
                <a:latin typeface="Medium Sans"/>
              </a:rPr>
              <a:t> 664):</a:t>
            </a:r>
          </a:p>
          <a:p>
            <a:r>
              <a:rPr lang="en-US" dirty="0" err="1">
                <a:latin typeface="Medium Sans"/>
              </a:rPr>
              <a:t>chmod</a:t>
            </a:r>
            <a:r>
              <a:rPr lang="en-US" dirty="0">
                <a:latin typeface="Medium Sans"/>
              </a:rPr>
              <a:t> 664 log_user.sh</a:t>
            </a:r>
          </a:p>
          <a:p>
            <a:r>
              <a:rPr lang="en-US" dirty="0">
                <a:latin typeface="Medium Sans"/>
              </a:rPr>
              <a:t>       6          6          4</a:t>
            </a:r>
          </a:p>
          <a:p>
            <a:r>
              <a:rPr lang="en-US" dirty="0">
                <a:latin typeface="Medium Sans"/>
              </a:rPr>
              <a:t>  Owner(</a:t>
            </a:r>
            <a:r>
              <a:rPr lang="en-US" dirty="0" err="1">
                <a:latin typeface="Medium Sans"/>
              </a:rPr>
              <a:t>rw</a:t>
            </a:r>
            <a:r>
              <a:rPr lang="en-US" dirty="0">
                <a:latin typeface="Medium Sans"/>
              </a:rPr>
              <a:t>)  Group(</a:t>
            </a:r>
            <a:r>
              <a:rPr lang="en-US" dirty="0" err="1">
                <a:latin typeface="Medium Sans"/>
              </a:rPr>
              <a:t>rw</a:t>
            </a:r>
            <a:r>
              <a:rPr lang="en-US" dirty="0">
                <a:latin typeface="Medium Sans"/>
              </a:rPr>
              <a:t>)  Others(r)</a:t>
            </a:r>
          </a:p>
          <a:p>
            <a:r>
              <a:rPr lang="en-US" dirty="0">
                <a:latin typeface="Medium Sans"/>
              </a:rPr>
              <a:t>   root      writers    devuser3, devuser4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82D5F3-5CC2-4FEB-A619-CA7D6B00C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" y="2670462"/>
            <a:ext cx="9620624" cy="302505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6C9401-2B28-4A78-A7E8-165BE1F238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" y="2151664"/>
            <a:ext cx="11437407" cy="4667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9927A2C-A99F-4065-B87F-7F7AEDA986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" y="5747523"/>
            <a:ext cx="8564170" cy="1077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763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413</TotalTime>
  <Words>891</Words>
  <Application>Microsoft Office PowerPoint</Application>
  <PresentationFormat>Widescreen</PresentationFormat>
  <Paragraphs>48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Medium Sans</vt:lpstr>
      <vt:lpstr>Semi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Yuvaraj</dc:creator>
  <cp:lastModifiedBy>Yuvaraj</cp:lastModifiedBy>
  <cp:revision>11</cp:revision>
  <dcterms:created xsi:type="dcterms:W3CDTF">2026-10-18T14:01:34Z</dcterms:created>
  <dcterms:modified xsi:type="dcterms:W3CDTF">2026-10-19T18:16:16Z</dcterms:modified>
</cp:coreProperties>
</file>