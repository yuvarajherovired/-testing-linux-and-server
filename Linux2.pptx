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CA56A-58AC-4D2B-A719-1FDC8FBD6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52558-3CB7-4EA1-AD27-B63DCEAF5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44F0E-7DA0-4089-828F-A2D2354C9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8DA83-AD04-48F7-A4EF-9C61E6A86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60A42-09BC-46BB-B6EB-BF1C6BDF2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62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31D30-8EA9-4296-81C5-9A35E5AC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A53EE-3D4B-4117-B60F-EB70D4B7D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7293C-D19F-4F93-AA0B-8E05D070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44C14-3E9C-4B32-83F6-D114397E4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2CA7A-C1D4-444E-BEC7-9194F21C4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58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9B424-3F3A-4240-B4E6-9FC44FEEA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D8358-7CD1-429D-AEB3-516DAC1A0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FC7D6-A895-424C-9A6D-9057171A9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6881-29D9-4EB5-BED6-C856A286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D74F7-0719-45AC-B7D4-488B2E51B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05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9620C-275D-4692-BAE4-6F8E49D6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426F5-3789-4A75-8E58-D01D67EA33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C0D560-C778-422A-9FE2-1A00BD9553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28B06-164A-488E-A0F6-C296E9018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55617D-07C6-412C-B2B4-C15EAB1E7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12C79-EA61-4019-A22C-F77A46223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2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BAC64-E0FF-4EF4-99DC-FDD337D08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91E61-70B7-4C1F-B391-CC62B80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F66F14-0292-4C45-9634-E8072E566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5B38C-09A3-4AB7-AFA4-6F591DF96A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E984CA-688F-44DC-88EE-22A990C6B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033BA-3304-4349-B426-2CBD0786A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AAC9BD-2FF7-4131-971A-A30D8F4F1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C5EB0E-9880-4997-8139-449588593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9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6CD21-4F7C-465D-83F3-25C800EA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C2491-6DE8-4C32-9F44-B6B5AB7D5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E806A1-FEE5-40CF-BE2D-0A76B58B3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327B0E-CDF0-4635-98B5-90C0F4061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78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510459-DB6C-443B-AC13-32CA491D0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6E675A-2EB9-4B1B-8719-21C5ED6B1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EAB98-DF86-4F9B-82FD-1DF5AFD2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896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E4658-4465-4316-80C0-EC9D642E4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C4CD3-5C06-4B17-9945-45A036A7E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C34460-D7FC-4958-A33D-AA36D513D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FD46C6-A4CD-448F-A9DA-73EE377F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D2A76-D78C-4D80-AABB-AEF7A1D8D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B5E7D-570B-4C5B-8CD0-803CA6E1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90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86BB6-AFE2-4272-8377-09123BE3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9AFA8C-FD77-4AE4-8D4D-B5B495D79D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67E82-02A2-4C80-9119-D39A24A6A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781AF-1DFE-454D-92EF-7773F5AA2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57812-CA4F-4720-97B8-72DA99D38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D9372-A3D0-4A54-A6C1-005D70DA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65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FBD6-6E3A-4117-A7EA-06A83157A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DCB512-2154-4FA6-A4BE-CACEBFE92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14DC-196D-46E9-BFFE-FEF5D4196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CAB54-E923-4E04-B0E2-2C20BF40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DDBBB-CDDD-4331-BF35-C757D7A5C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615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C5D71F-51D2-4C34-9C60-85395D4331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F698B5-6E7C-4F41-B34D-FB52F94DD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7A90-62C6-4BD4-8D9D-3AF57647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F4B5E-F846-4BDD-AF98-537CDD229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E4D42-EC92-428D-8977-2152C5673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08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0719A-8C06-4214-9A3B-9C5788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A826C-9353-4B36-8C78-59CE99EC44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39D82-5CE8-4113-A338-99FBC1C0E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5723B-AF61-4E51-BF8F-529805F2A4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C97D88-48C8-463F-8D67-963DD3A3A2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1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228FCB-8DA1-49CD-9B7A-12F8EACA7C8A}"/>
              </a:ext>
            </a:extLst>
          </p:cNvPr>
          <p:cNvSpPr/>
          <p:nvPr/>
        </p:nvSpPr>
        <p:spPr>
          <a:xfrm>
            <a:off x="1278724" y="985228"/>
            <a:ext cx="64436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0" i="0" dirty="0">
                <a:solidFill>
                  <a:srgbClr val="333B48"/>
                </a:solidFill>
                <a:effectLst/>
                <a:latin typeface="Semi Sans"/>
              </a:rPr>
              <a:t>https://github.com/yuvarajHeroVired/-Testing-Linux-and-Server.git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57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513692-18F1-49A3-8123-3E9FF9D38092}"/>
              </a:ext>
            </a:extLst>
          </p:cNvPr>
          <p:cNvSpPr/>
          <p:nvPr/>
        </p:nvSpPr>
        <p:spPr>
          <a:xfrm>
            <a:off x="192393" y="218624"/>
            <a:ext cx="102021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 * Create the directory /home/ec2-user/</a:t>
            </a:r>
            <a:r>
              <a:rPr lang="en-US" dirty="0" err="1">
                <a:latin typeface="Medium Sans"/>
              </a:rPr>
              <a:t>webapp</a:t>
            </a:r>
            <a:r>
              <a:rPr lang="en-US" dirty="0">
                <a:latin typeface="Medium Sans"/>
              </a:rPr>
              <a:t>/ with three subdirectories inside it: scripts/, logs/, and config/ using a single </a:t>
            </a:r>
            <a:r>
              <a:rPr lang="en-US" dirty="0" err="1">
                <a:latin typeface="Medium Sans"/>
              </a:rPr>
              <a:t>mkdir</a:t>
            </a:r>
            <a:r>
              <a:rPr lang="en-US" dirty="0">
                <a:latin typeface="Medium Sans"/>
              </a:rPr>
              <a:t> -p command.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FD39C9-C13F-40F5-9296-EC16CF6C0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93" y="864955"/>
            <a:ext cx="7211431" cy="14003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2260D-23DC-44F0-BD37-002CB16B7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2" y="2783106"/>
            <a:ext cx="7182852" cy="24768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04A825E-DDF3-4D79-A98B-954B3B3692C8}"/>
              </a:ext>
            </a:extLst>
          </p:cNvPr>
          <p:cNvSpPr/>
          <p:nvPr/>
        </p:nvSpPr>
        <p:spPr>
          <a:xfrm>
            <a:off x="206683" y="2190141"/>
            <a:ext cx="75388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Use cat &gt; to create config/</a:t>
            </a:r>
            <a:r>
              <a:rPr lang="en-US" dirty="0" err="1">
                <a:latin typeface="Medium Sans"/>
              </a:rPr>
              <a:t>app.conf</a:t>
            </a:r>
            <a:r>
              <a:rPr lang="en-US" dirty="0">
                <a:latin typeface="Medium Sans"/>
              </a:rPr>
              <a:t> with two lines of content: APP_NAME=WebApp and PORT=8080. Save using </a:t>
            </a:r>
            <a:r>
              <a:rPr lang="en-US" dirty="0" err="1">
                <a:latin typeface="Medium Sans"/>
              </a:rPr>
              <a:t>Ctrl+D</a:t>
            </a:r>
            <a:r>
              <a:rPr lang="en-US" dirty="0">
                <a:latin typeface="Medium Sans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0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BCE1BF-2F73-4E2D-9443-FA1488630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67" y="529946"/>
            <a:ext cx="5325218" cy="18957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3872173-47CA-440E-B8F0-037F3E73EA1E}"/>
              </a:ext>
            </a:extLst>
          </p:cNvPr>
          <p:cNvSpPr/>
          <p:nvPr/>
        </p:nvSpPr>
        <p:spPr>
          <a:xfrm>
            <a:off x="99948" y="160614"/>
            <a:ext cx="124747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Use touch to create an empty file at logs/app.log. Confirm it is 0 bytes using ls -l.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6E2E82-D30D-4139-8059-3D9A8FA1F0E0}"/>
              </a:ext>
            </a:extLst>
          </p:cNvPr>
          <p:cNvSpPr/>
          <p:nvPr/>
        </p:nvSpPr>
        <p:spPr>
          <a:xfrm>
            <a:off x="107576" y="2505670"/>
            <a:ext cx="1052904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Set permissions: </a:t>
            </a:r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755 scripts/ and </a:t>
            </a:r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644 config/</a:t>
            </a:r>
            <a:r>
              <a:rPr lang="en-US" dirty="0" err="1">
                <a:latin typeface="Medium Sans"/>
              </a:rPr>
              <a:t>app.conf</a:t>
            </a:r>
            <a:r>
              <a:rPr lang="en-US" dirty="0">
                <a:latin typeface="Medium Sans"/>
              </a:rPr>
              <a:t>. Explain in your own words what 755 and 644 mean for owner, group, and others. 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755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7 – read(4) write(2) execution(1)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5- read(4) execution(1)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644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6 – read(4) write(2)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4 – read (4) permission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F28E8-0068-4E0B-9392-192CF2256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76" y="4813994"/>
            <a:ext cx="7783011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54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182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Medium Sans</vt:lpstr>
      <vt:lpstr>Semi Sans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Yuvaraj</dc:creator>
  <cp:lastModifiedBy>Yuvaraj</cp:lastModifiedBy>
  <cp:revision>4</cp:revision>
  <dcterms:created xsi:type="dcterms:W3CDTF">2026-10-18T14:01:34Z</dcterms:created>
  <dcterms:modified xsi:type="dcterms:W3CDTF">2026-10-19T11:54:38Z</dcterms:modified>
</cp:coreProperties>
</file>